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Devin: The AI Software Engineer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Devin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Devin</a:t>
            </a:r>
          </a:p>
          <a:p>
            <a:r>
              <a:t>Features</a:t>
            </a:r>
          </a:p>
          <a:p>
            <a:r>
              <a:t>Best Practices</a:t>
            </a:r>
          </a:p>
          <a:p>
            <a:r>
              <a:t>ACU Optimization</a:t>
            </a:r>
          </a:p>
          <a:p>
            <a:r>
              <a:t>Demo</a:t>
            </a:r>
          </a:p>
          <a:p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AI software engineer that can plan, code, debug, and deploy.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Devin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Moves from copilots to autonomous execution.</a:t>
            </a:r>
          </a:p>
          <a:p>
            <a:r>
              <a:t>Reduces dev toil.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task execution</a:t>
            </a:r>
          </a:p>
          <a:p>
            <a:r>
              <a:t>Debugging</a:t>
            </a:r>
          </a:p>
          <a:p>
            <a:r>
              <a:t>Repo understanding</a:t>
            </a:r>
          </a:p>
          <a:p>
            <a:r>
              <a:t>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Devin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→ Plan → Execute → Debug → Iterate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prompts</a:t>
            </a:r>
          </a:p>
          <a:p>
            <a:r>
              <a:t>Break tasks</a:t>
            </a:r>
          </a:p>
          <a:p>
            <a:r>
              <a:t>Review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ACU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vague tasks</a:t>
            </a:r>
          </a:p>
          <a:p>
            <a:r>
              <a:t>Minimize retries</a:t>
            </a:r>
          </a:p>
          <a:p>
            <a:r>
              <a:t>Chunk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Over-trust</a:t>
            </a:r>
          </a:p>
          <a:p>
            <a:r>
              <a:t>Poor prompts</a:t>
            </a:r>
          </a:p>
          <a:p>
            <a:r>
              <a:t>No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automation</a:t>
            </a:r>
          </a:p>
          <a:p>
            <a:r>
              <a:t>Batch tasks</a:t>
            </a:r>
          </a:p>
          <a:p>
            <a:r>
              <a:t>Large repo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Session is Credible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official Devin demos</a:t>
            </a:r>
          </a:p>
          <a:p>
            <a:r>
              <a:t>Agent engineering principles</a:t>
            </a:r>
          </a:p>
          <a:p>
            <a:r>
              <a:t>Real-world dev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Cognition Labs – Devin Announcement</a:t>
            </a:r>
          </a:p>
          <a:p>
            <a:r>
              <a:t>Official Devin Demos</a:t>
            </a:r>
          </a:p>
          <a:p>
            <a:r>
              <a:t>GitHub workflows</a:t>
            </a:r>
          </a:p>
          <a:p>
            <a:r>
              <a:t>Agent Architecture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Source: Cognition Labs (Devin announcement &amp; demos), agent engineering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